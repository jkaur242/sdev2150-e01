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82" r:id="rId4"/>
    <p:sldId id="299" r:id="rId5"/>
    <p:sldId id="306" r:id="rId6"/>
    <p:sldId id="300" r:id="rId7"/>
    <p:sldId id="307" r:id="rId8"/>
    <p:sldId id="303" r:id="rId9"/>
    <p:sldId id="308" r:id="rId10"/>
    <p:sldId id="301" r:id="rId11"/>
    <p:sldId id="309" r:id="rId12"/>
    <p:sldId id="302" r:id="rId13"/>
    <p:sldId id="310" r:id="rId14"/>
    <p:sldId id="304" r:id="rId15"/>
    <p:sldId id="311" r:id="rId16"/>
    <p:sldId id="305" r:id="rId17"/>
    <p:sldId id="314" r:id="rId18"/>
    <p:sldId id="312" r:id="rId19"/>
    <p:sldId id="315" r:id="rId20"/>
    <p:sldId id="313" r:id="rId21"/>
    <p:sldId id="317" r:id="rId22"/>
    <p:sldId id="316" r:id="rId23"/>
    <p:sldId id="295" r:id="rId24"/>
    <p:sldId id="258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5"/>
    <p:restoredTop sz="94679"/>
  </p:normalViewPr>
  <p:slideViewPr>
    <p:cSldViewPr snapToGrid="0">
      <p:cViewPr varScale="1">
        <p:scale>
          <a:sx n="71" d="100"/>
          <a:sy n="71" d="100"/>
        </p:scale>
        <p:origin x="20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B74-944A-6A5D-5686-F46B36B8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D1865-B2EB-3AD5-4E94-57BAB3AE7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8F28-F989-835D-099E-F51DD0656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573-D2C6-C04E-1022-1BEF4437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47C8-DFFC-1350-A53A-DAF9F512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C23A-2F2F-0718-0122-31A934750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E8B11-F6BC-A5B0-9A7E-56C3959F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171-F22F-2B48-EF5A-47E1BFCB5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70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01: </a:t>
            </a:r>
            <a:r>
              <a:rPr lang="en-CA" dirty="0"/>
              <a:t>JavaScript Review</a:t>
            </a:r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JavaScript data flows through a program</a:t>
            </a:r>
          </a:p>
          <a:p>
            <a:pPr marL="971550" lvl="1" indent="-514350"/>
            <a:r>
              <a:rPr lang="en-US" dirty="0"/>
              <a:t>Use variables and functions to solve small problems</a:t>
            </a:r>
          </a:p>
          <a:p>
            <a:pPr marL="971550" lvl="1" indent="-514350"/>
            <a:r>
              <a:rPr lang="en-US" dirty="0"/>
              <a:t>Work with arrays and objects to represent application data</a:t>
            </a:r>
          </a:p>
          <a:p>
            <a:pPr marL="971550" lvl="1" indent="-514350"/>
            <a:r>
              <a:rPr lang="en-US" dirty="0"/>
              <a:t>Describe how JavaScript updates the DOM in response to events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 led demo</a:t>
            </a:r>
          </a:p>
          <a:p>
            <a:pPr lvl="1"/>
            <a:r>
              <a:rPr lang="en-US" dirty="0"/>
              <a:t>Short, incremental code steps</a:t>
            </a:r>
          </a:p>
          <a:p>
            <a:pPr lvl="1"/>
            <a:r>
              <a:rPr lang="en-US" dirty="0"/>
              <a:t>Review updates after each change</a:t>
            </a:r>
          </a:p>
          <a:p>
            <a:pPr lvl="1"/>
            <a:r>
              <a:rPr lang="en-US" dirty="0"/>
              <a:t>You code along, then extend</a:t>
            </a:r>
          </a:p>
          <a:p>
            <a:r>
              <a:rPr lang="en-US" dirty="0"/>
              <a:t>Student exercise</a:t>
            </a:r>
          </a:p>
          <a:p>
            <a:pPr marL="0" indent="0">
              <a:buNone/>
            </a:pPr>
            <a:r>
              <a:rPr lang="en-CA" dirty="0"/>
              <a:t>The goal is understanding, not speed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2A7-3960-6C70-DDF9-C43715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lesson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B35E-AB6B-1CB0-19D2-3A319922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come in with uneven JavaScript backgrounds</a:t>
            </a:r>
          </a:p>
          <a:p>
            <a:r>
              <a:rPr lang="en-US" dirty="0"/>
              <a:t>We need shared mental models before components and frameworks</a:t>
            </a:r>
          </a:p>
          <a:p>
            <a:r>
              <a:rPr lang="en-US" dirty="0"/>
              <a:t>Strong fundamentals reduce friction and debugging later</a:t>
            </a:r>
          </a:p>
          <a:p>
            <a:r>
              <a:rPr lang="en-US" dirty="0"/>
              <a:t>Today is about thinking clearly, not memorizing syntax</a:t>
            </a:r>
          </a:p>
        </p:txBody>
      </p:sp>
    </p:spTree>
    <p:extLst>
      <p:ext uri="{BB962C8B-B14F-4D97-AF65-F5344CB8AC3E}">
        <p14:creationId xmlns:p14="http://schemas.microsoft.com/office/powerpoint/2010/main" val="292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JavaScript's Role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FE95-5BEF-63E3-35B3-8C586243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JavaScript actually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A94E9-B493-AB56-3F0E-B0367B7B8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and transforms data</a:t>
            </a:r>
          </a:p>
          <a:p>
            <a:r>
              <a:rPr lang="en-US" dirty="0"/>
              <a:t>Makes decisions</a:t>
            </a:r>
          </a:p>
          <a:p>
            <a:r>
              <a:rPr lang="en-US" dirty="0"/>
              <a:t>Responds to user actions</a:t>
            </a:r>
          </a:p>
          <a:p>
            <a:r>
              <a:rPr lang="en-US" dirty="0"/>
              <a:t>Updates the DOM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Every front-end tool builds on these responsibilities.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9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Variables and State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/>
              <a:t> for values that shouldn't change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dirty="0"/>
              <a:t> for values that will change</a:t>
            </a:r>
          </a:p>
          <a:p>
            <a:r>
              <a:rPr lang="en-US" dirty="0"/>
              <a:t>Names should communicate intent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If you can name it well, you probably understand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functions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problem-solving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Encapsulate logic</a:t>
            </a:r>
          </a:p>
          <a:p>
            <a:r>
              <a:rPr lang="en-US" dirty="0"/>
              <a:t>Accept inputs (parameters)</a:t>
            </a:r>
          </a:p>
          <a:p>
            <a:r>
              <a:rPr lang="en-US" dirty="0"/>
              <a:t>Produce outputs (return values)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Small, predictable functions are easier to debug and reuse.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Data Structures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represent collections</a:t>
            </a:r>
          </a:p>
          <a:p>
            <a:r>
              <a:rPr lang="en-US" dirty="0"/>
              <a:t>Objects represent entities or concepts</a:t>
            </a:r>
          </a:p>
          <a:p>
            <a:r>
              <a:rPr lang="en-US" dirty="0"/>
              <a:t>Real applications combine both constantly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Most bugs are really data-shape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Problem Solving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data into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problems into steps</a:t>
            </a:r>
          </a:p>
          <a:p>
            <a:r>
              <a:rPr lang="en-US" dirty="0"/>
              <a:t>Loop deliberately</a:t>
            </a:r>
          </a:p>
          <a:p>
            <a:r>
              <a:rPr lang="en-US" dirty="0"/>
              <a:t>Build results incrementally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Code is written reasoning.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The DOM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DOM is not magic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It's a tree structure</a:t>
            </a:r>
          </a:p>
          <a:p>
            <a:r>
              <a:rPr lang="en-US" dirty="0"/>
              <a:t>JavaScript reads and modifies it</a:t>
            </a:r>
          </a:p>
          <a:p>
            <a:r>
              <a:rPr lang="en-US" dirty="0"/>
              <a:t>UI changes reflect data changes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Understanding this removes a lot of confusion.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drive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Clicks, input, keyboard events</a:t>
            </a:r>
          </a:p>
          <a:p>
            <a:r>
              <a:rPr lang="en-US" dirty="0"/>
              <a:t>Events trigger functions</a:t>
            </a:r>
          </a:p>
          <a:p>
            <a:r>
              <a:rPr lang="en-US" dirty="0"/>
              <a:t>Functions update data and UI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This event loop is the heart of front-end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A679-9833-A5D2-7999-7C0AAF4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745F-9D52-D057-108B-CD4040DD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Mental 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201343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EAB5-AD0B-47D5-8ABD-6E22288C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front-end code really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090F-29AE-0CED-54CE-83C9307F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Data exists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User interacts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JavaScript runs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UI updates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Repeat forever.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06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3ECB-5EB9-2FC2-2F39-52ABEAA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0D-840C-775F-93BE-7A74C84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Success Today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6525160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79A-059B-E9F6-FD45-DFD31A31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"good"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3D6D-3627-DEA2-D72E-47C7CC6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explain what your code is doing</a:t>
            </a:r>
          </a:p>
          <a:p>
            <a:r>
              <a:rPr lang="en-US" dirty="0"/>
              <a:t>You can trace data through a function</a:t>
            </a:r>
          </a:p>
          <a:p>
            <a:r>
              <a:rPr lang="en-US" dirty="0"/>
              <a:t>You can predict outcomes before running code</a:t>
            </a:r>
          </a:p>
          <a:p>
            <a:endParaRPr lang="en-US" dirty="0"/>
          </a:p>
          <a:p>
            <a:r>
              <a:rPr lang="en-CA" dirty="0"/>
              <a:t>Speed doesn't matter. Understanding does.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531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Exercise: Build a simple JavaScript refresher app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Demonstrate understanding of JavaScript basics.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Complete the walkthrough with the instructor.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Address the student </a:t>
            </a:r>
            <a:r>
              <a:rPr lang="en-CA"/>
              <a:t>exercise prompts</a:t>
            </a:r>
            <a:r>
              <a:rPr lang="en-CA" dirty="0"/>
              <a:t>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JavaScript data flows through a program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variables and functions to solve small problems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Work with arrays and objects to represent application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JavaScript updates the DOM in response to events</a:t>
            </a:r>
          </a:p>
          <a:p>
            <a:pPr marL="514373" indent="-514350"/>
            <a:r>
              <a:rPr lang="en-CA" dirty="0"/>
              <a:t>Complete lesson 1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“One concept I feel solid on is ___.”</a:t>
            </a:r>
          </a:p>
          <a:p>
            <a:r>
              <a:rPr lang="en-US" dirty="0"/>
              <a:t>“One concept I want more practice with is ___.”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13536</TotalTime>
  <Words>494</Words>
  <Application>Microsoft Macintosh PowerPoint</Application>
  <PresentationFormat>Widescreen</PresentationFormat>
  <Paragraphs>114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Why this lesson exists</vt:lpstr>
      <vt:lpstr>JavaScript's Role</vt:lpstr>
      <vt:lpstr>What JavaScript actually does</vt:lpstr>
      <vt:lpstr>Variables and State</vt:lpstr>
      <vt:lpstr>Variables</vt:lpstr>
      <vt:lpstr>functions</vt:lpstr>
      <vt:lpstr>Functions as problem-solving units</vt:lpstr>
      <vt:lpstr>Data Structures</vt:lpstr>
      <vt:lpstr>Arrays and objects</vt:lpstr>
      <vt:lpstr>Problem Solving</vt:lpstr>
      <vt:lpstr>Turning data into results</vt:lpstr>
      <vt:lpstr>The DOM</vt:lpstr>
      <vt:lpstr>The DOM is not magic</vt:lpstr>
      <vt:lpstr>Events</vt:lpstr>
      <vt:lpstr>Events drive interaction</vt:lpstr>
      <vt:lpstr>Mental Model</vt:lpstr>
      <vt:lpstr>How front-end code really works</vt:lpstr>
      <vt:lpstr>Success Today</vt:lpstr>
      <vt:lpstr>What "good" looks like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24</cp:revision>
  <dcterms:created xsi:type="dcterms:W3CDTF">2025-05-09T22:20:28Z</dcterms:created>
  <dcterms:modified xsi:type="dcterms:W3CDTF">2026-01-07T16:27:44Z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